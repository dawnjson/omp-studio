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已完成：登录</a:t>
            </a:r>
          </a:p>
          <a:p>
            <a:pPr lvl="1"/>
            <a:r>
              <a:t>子项：OAuth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&amp; &lt;more&gt;</a:t>
            </a:r>
          </a:p>
        </p:txBody>
      </p:sp>
      <p:pic>
        <p:nvPicPr>
          <p:cNvPr id="3" name="Picture 2" descr="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08000" cy="254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18288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